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4801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144" y="144"/>
      </p:cViewPr>
      <p:guideLst>
        <p:guide orient="horz" pos="2137"/>
        <p:guide pos="2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122363"/>
            <a:ext cx="5508149" cy="2387600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602038"/>
            <a:ext cx="4860131" cy="1655762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56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305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709740"/>
            <a:ext cx="5589151" cy="2852737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589465"/>
            <a:ext cx="5589151" cy="1500187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4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825625"/>
            <a:ext cx="275407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825625"/>
            <a:ext cx="275407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24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65127"/>
            <a:ext cx="558915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681163"/>
            <a:ext cx="2741417" cy="823912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505075"/>
            <a:ext cx="27414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681163"/>
            <a:ext cx="2754918" cy="823912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505075"/>
            <a:ext cx="275491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6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34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7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57200"/>
            <a:ext cx="2090025" cy="1600200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987427"/>
            <a:ext cx="3280589" cy="4873625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057400"/>
            <a:ext cx="2090025" cy="381158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15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57200"/>
            <a:ext cx="2090025" cy="1600200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987427"/>
            <a:ext cx="3280589" cy="4873625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057400"/>
            <a:ext cx="2090025" cy="381158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5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70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65125"/>
            <a:ext cx="139728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65125"/>
            <a:ext cx="411086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02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65127"/>
            <a:ext cx="55891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825625"/>
            <a:ext cx="55891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6356352"/>
            <a:ext cx="1458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388F8-6429-4178-BB09-24F033D6DF7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6356352"/>
            <a:ext cx="2187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6356352"/>
            <a:ext cx="1458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65C8-AF1B-4453-BED2-17443FB31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8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0B1DBB-A64E-4EB0-BEFC-CA366381E68F}"/>
              </a:ext>
            </a:extLst>
          </p:cNvPr>
          <p:cNvSpPr/>
          <p:nvPr/>
        </p:nvSpPr>
        <p:spPr>
          <a:xfrm>
            <a:off x="265176" y="224159"/>
            <a:ext cx="671449" cy="389673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Instruction</a:t>
            </a:r>
            <a:endParaRPr lang="zh-CN" altLang="en-US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62D498-3A36-4826-8079-4D166201556D}"/>
              </a:ext>
            </a:extLst>
          </p:cNvPr>
          <p:cNvSpPr/>
          <p:nvPr/>
        </p:nvSpPr>
        <p:spPr>
          <a:xfrm>
            <a:off x="796174" y="783806"/>
            <a:ext cx="1031683" cy="389673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视觉主导的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整体性动作计划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43835-42AC-4A23-9B34-F3891D903BFF}"/>
              </a:ext>
            </a:extLst>
          </p:cNvPr>
          <p:cNvSpPr/>
          <p:nvPr/>
        </p:nvSpPr>
        <p:spPr>
          <a:xfrm>
            <a:off x="796173" y="1291599"/>
            <a:ext cx="1031683" cy="389673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触觉主导的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过程性动作计划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D3ED7C-BC1B-43DA-80AE-B25D5AA91BD9}"/>
              </a:ext>
            </a:extLst>
          </p:cNvPr>
          <p:cNvSpPr/>
          <p:nvPr/>
        </p:nvSpPr>
        <p:spPr>
          <a:xfrm>
            <a:off x="818348" y="2578739"/>
            <a:ext cx="765512" cy="389673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宏观任务层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38F914-A4DC-43E3-808F-E163369C883E}"/>
              </a:ext>
            </a:extLst>
          </p:cNvPr>
          <p:cNvSpPr/>
          <p:nvPr/>
        </p:nvSpPr>
        <p:spPr>
          <a:xfrm>
            <a:off x="1055688" y="224160"/>
            <a:ext cx="5198004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因为长期办公，我感到颈部酸痛，请你根据我每日肌肉的僵硬程度灵活调整按摩时长与力度，缓解疲劳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2DB4ED-0F86-4AF6-9C44-3AC9EA6D52C4}"/>
              </a:ext>
            </a:extLst>
          </p:cNvPr>
          <p:cNvSpPr/>
          <p:nvPr/>
        </p:nvSpPr>
        <p:spPr>
          <a:xfrm>
            <a:off x="265176" y="783806"/>
            <a:ext cx="414866" cy="1850172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按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摩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方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案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生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成</a:t>
            </a:r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endParaRPr lang="en-US" altLang="zh-CN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  <a:p>
            <a:pPr algn="ctr"/>
            <a:r>
              <a:rPr lang="en-US" altLang="zh-CN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Skill</a:t>
            </a:r>
            <a:endParaRPr lang="zh-CN" altLang="en-US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33BBB5-D747-49B8-B7F7-032FFD1782AC}"/>
              </a:ext>
            </a:extLst>
          </p:cNvPr>
          <p:cNvSpPr/>
          <p:nvPr/>
        </p:nvSpPr>
        <p:spPr>
          <a:xfrm>
            <a:off x="2093512" y="756713"/>
            <a:ext cx="1031683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对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XX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穴位进行揉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F3DCC5-C4C6-4607-94B8-09D34349616F}"/>
              </a:ext>
            </a:extLst>
          </p:cNvPr>
          <p:cNvSpPr/>
          <p:nvPr/>
        </p:nvSpPr>
        <p:spPr>
          <a:xfrm>
            <a:off x="2093511" y="1243545"/>
            <a:ext cx="4546938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对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XX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穴位进行揉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0D88E39-EA32-4D35-A32A-C43320DC21BE}"/>
              </a:ext>
            </a:extLst>
          </p:cNvPr>
          <p:cNvCxnSpPr>
            <a:cxnSpLocks/>
          </p:cNvCxnSpPr>
          <p:nvPr/>
        </p:nvCxnSpPr>
        <p:spPr>
          <a:xfrm flipH="1">
            <a:off x="2093511" y="1066058"/>
            <a:ext cx="1449196" cy="177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5CF0D81-6927-4425-BEB1-7663E188929F}"/>
              </a:ext>
            </a:extLst>
          </p:cNvPr>
          <p:cNvCxnSpPr>
            <a:cxnSpLocks/>
          </p:cNvCxnSpPr>
          <p:nvPr/>
        </p:nvCxnSpPr>
        <p:spPr>
          <a:xfrm>
            <a:off x="3985450" y="1112200"/>
            <a:ext cx="2229549" cy="131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DD93A47-9875-4954-9B59-B51328452E9D}"/>
              </a:ext>
            </a:extLst>
          </p:cNvPr>
          <p:cNvSpPr/>
          <p:nvPr/>
        </p:nvSpPr>
        <p:spPr>
          <a:xfrm>
            <a:off x="3379650" y="741897"/>
            <a:ext cx="1031683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对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XX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穴位进行揉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E3FBE3-FC71-4F41-A0EB-9A9D71FBA380}"/>
              </a:ext>
            </a:extLst>
          </p:cNvPr>
          <p:cNvSpPr/>
          <p:nvPr/>
        </p:nvSpPr>
        <p:spPr>
          <a:xfrm>
            <a:off x="4634145" y="729935"/>
            <a:ext cx="1031683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对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XX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穴位进行揉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354DD3-0FA8-4811-B53F-BA78B198874A}"/>
              </a:ext>
            </a:extLst>
          </p:cNvPr>
          <p:cNvSpPr/>
          <p:nvPr/>
        </p:nvSpPr>
        <p:spPr>
          <a:xfrm>
            <a:off x="5781961" y="741896"/>
            <a:ext cx="1031683" cy="389673"/>
          </a:xfrm>
          <a:prstGeom prst="rect">
            <a:avLst/>
          </a:prstGeom>
          <a:solidFill>
            <a:schemeClr val="accent2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对</a:t>
            </a:r>
            <a:r>
              <a:rPr lang="en-US" altLang="zh-CN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XX</a:t>
            </a:r>
            <a:r>
              <a:rPr lang="zh-CN" altLang="en-US" sz="800" dirty="0">
                <a:solidFill>
                  <a:schemeClr val="accent2">
                    <a:lumMod val="50000"/>
                  </a:schemeClr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穴位进行揉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EF9892-7C03-453C-95B8-AD69B2E25259}"/>
              </a:ext>
            </a:extLst>
          </p:cNvPr>
          <p:cNvSpPr/>
          <p:nvPr/>
        </p:nvSpPr>
        <p:spPr>
          <a:xfrm>
            <a:off x="265176" y="3632840"/>
            <a:ext cx="765512" cy="389673"/>
          </a:xfrm>
          <a:prstGeom prst="rect">
            <a:avLst/>
          </a:prstGeom>
          <a:solidFill>
            <a:schemeClr val="accent5">
              <a:lumMod val="60000"/>
              <a:lumOff val="4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rgbClr val="00B0F0"/>
                </a:solidFill>
                <a:latin typeface="OPPO Sans 4.0 SemiBold" panose="00000500000000000000" pitchFamily="2" charset="-122"/>
                <a:ea typeface="OPPO Sans 4.0 SemiBold" panose="00000500000000000000" pitchFamily="2" charset="-122"/>
              </a:rPr>
              <a:t>Query</a:t>
            </a:r>
            <a:endParaRPr lang="zh-CN" altLang="en-US" sz="800" dirty="0">
              <a:solidFill>
                <a:srgbClr val="00B0F0"/>
              </a:solidFill>
              <a:latin typeface="OPPO Sans 4.0 SemiBold" panose="00000500000000000000" pitchFamily="2" charset="-122"/>
              <a:ea typeface="OPPO Sans 4.0 SemiBold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009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78</Words>
  <Application>Microsoft Office PowerPoint</Application>
  <PresentationFormat>自定义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OPPO Sans 4.0 SemiBold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AMDYES</dc:creator>
  <cp:lastModifiedBy>AMDYES</cp:lastModifiedBy>
  <cp:revision>46</cp:revision>
  <dcterms:created xsi:type="dcterms:W3CDTF">2026-03-30T11:57:05Z</dcterms:created>
  <dcterms:modified xsi:type="dcterms:W3CDTF">2026-03-31T14:12:52Z</dcterms:modified>
</cp:coreProperties>
</file>